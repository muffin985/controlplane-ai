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pPr indent="0" marL="0">
              <a:buNone/>
            </a:pPr>
            <a:r>
              <a:rPr lang="en-US" sz="5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it first — not finding out.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Proposal — Round 2, Accenture Innovation Challenge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Muffin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822960" cy="54864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 FRAMING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risk is discovered after the fact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failure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bank's AI assistant quotes the wrong interest rate, or leaks another customer's account details pulled from a poorly-scoped retrieval step — both real failure modes, not hypotheticals.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generalizes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37744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two failure modes — confidently wrong, and unsafely revealing — recur across customer chatbots, internal copilots, and regulated decision-support tools.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breaks manual review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7744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thousands of interactions per week across well- and loosely-governed data sources — humans can't be the safety net.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SOLUTION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layer, three lenses, tiered action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sits above any AI deployment and evaluates every response before it reaches a user or downstream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1822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grounded, or confidently wrong? Grounding overlap + assertiveness heuristic.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1822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060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burning compute or causing rework? Token volume vs. use-case baseline.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9202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1822"/>
          </a:solidFill>
          <a:ln w="15875">
            <a:solidFill>
              <a:srgbClr val="FF5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6060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biased, unsafe, or leaking data? PII detection + policy phrase matching.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risk score  →  Low: log &amp; allow · Medium: auto-redact &amp; flag · High: block &amp; escalate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thresholds and weights are configurable per use case, geography, and risk appetite, with a full audit trail behind every decision. Every human override feeds back into recalibrating detection thresholds over time.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SOLUTION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pic>
        <p:nvPicPr>
          <p:cNvPr id="4" name="Image 0" descr="/home/claude/controlplane/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1124712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production, "Parallel Fast Classifiers" are lightweight models/embeddings running asynchronously (adding milliseconds, not seconds). The heavier LLM-as-judge verifier pass is reserved only for borderline scores. Because enterprises consume foundation models via API rather than owning them, every check operates purely on input/output text — never on model internals — making the layer portable across vendors and model versions.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TARGET USERS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serves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engineering teams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failures before users do — one control layer instead of a bespoke checker per model or use case.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 teams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queryable audit trail instead of a postmortem; configurable policy per jurisdiction.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product leaders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to greenlight AI rollouts in regulated, high-stakes settings — finance, healthcare, legal.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reviewers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tiered queue, not an all-or-nothing firehose — attention goes to genuinely ambiguous cases.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BUSINESS CASE &amp;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commercially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5B8D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→ adoption: turns "hope it's right" into "prove it's right, live" — the single biggest blocker to enterprise AI rollout in regulated industries.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5B8D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6888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by design: one control layer to maintain rather than a rebuild every time a team swaps models or a vendor ships a new version.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5B8D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2044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pilot: lightweight classifiers mean a proof of concept can run alongside an existing AI deployment in weeks, not months.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5B8D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617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7200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tuned, not falsely optimized: the alert-fatigue tradeoff is a design decision made explicit and adjustable, never claimed as "solved."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PHASED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pilot to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mo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 one use case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fast classifiers; establish audit trail; calibrate thresholds against real traffic.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0420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90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8902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 mo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89020" y="24231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Multi-use-case rollout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89020" y="30632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all three archetypes with per-use-case policy; add heavier verifier pass for borderline cases.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5–9 mo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4231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scale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0632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Jurisdiction-specific policy packs; recalibration feedback loop; stakeholder-facing monitoring dashboards.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83980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1318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25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1258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 mo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12580" y="24231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expansion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12580" y="30632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&amp; agentic risk tracking; expanded retrieval verification; cross-enterprise benchmarking.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KEY RISKS &amp; MITIGATIONS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the real failure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Over-flagging causes alert fatigue.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6184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actions + per-use-case tunable thresholds; false-positive/negative rates tracked explicitly.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88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Under-flagging misses a real incident.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679192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788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bias toward escalation under uncertainty; borderline scores always route to a heavier verifier.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5935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reliable ground truth for some claims.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849624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95935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checker degrades gracefully — labeled heuristic fallback when no source exists.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297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rules age quickly as regulation evolves.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5020056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318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51297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layer is configuration, not code — adjustable without redeploying detection logic.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THIS SUBMISSION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scope &amp; submission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accompanying prototype demonstrates the core detection-and-decision mechanism end-to-end on simulated data: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Three parallel detectors — grounding, cost anomaly, PII/policy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weighted, tiered decision engine (Low / Medium / High)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Per-use-case configurable governance thresholds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 audit trail with human-override capture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metrics dashboard including a live false-positive/negative tradeoff simulator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064240" cy="0"/>
          </a:xfrm>
          <a:prstGeom prst="line">
            <a:avLst/>
          </a:prstGeom>
          <a:noFill/>
          <a:ln w="12700">
            <a:solidFill>
              <a:srgbClr val="232B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 Team Muffin — Accenture Innovation Challenge 2026, Round 2, Problem Track 1: ControlPlane.ai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ControlPlane.ai — Business Proposal — Team Muffin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2026-08-30T18:42:52Z</dcterms:created>
  <dcterms:modified xsi:type="dcterms:W3CDTF">2026-08-30T18:42:52Z</dcterms:modified>
</cp:coreProperties>
</file>